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300" strike="noStrike" u="non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b="0" lang="en-US" sz="21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b="0" lang="en-US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b="0" lang="en-US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b="0" lang="en-US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b="0" lang="en-US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75C14356-F130-4874-A2F3-D7A395656DB5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0" y="0"/>
            <a:ext cx="10076760" cy="7200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3240" y="5040000"/>
            <a:ext cx="10076760" cy="6314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300" strike="noStrike" u="non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b="0" lang="en-US" sz="21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b="0" lang="en-US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b="0" lang="en-US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b="0" lang="en-US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b="0" lang="en-US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C9E52F0B-4BE0-4392-BB1A-62B8FD0506B8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The invention of the quartz clock</a:t>
            </a:r>
            <a:endParaRPr b="0" lang="en-US" sz="3300" strike="noStrike" u="non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360000" y="27432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By eitan cohen </a:t>
            </a:r>
            <a:endParaRPr b="0" lang="en-US" sz="24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60000" y="133200"/>
            <a:ext cx="9360000" cy="57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Why I chose the invention </a:t>
            </a:r>
            <a:r>
              <a:rPr b="0" lang="en-US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	</a:t>
            </a:r>
            <a:endParaRPr b="0" lang="en-US" sz="3300" strike="noStrike" u="non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Quartz clocks are interesting </a:t>
            </a:r>
            <a:endParaRPr b="0" lang="en-US" sz="24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 rot="129600">
            <a:off x="5095440" y="1023480"/>
            <a:ext cx="3589920" cy="358992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470EE1-725B-4B33-A526-0CF87FE47BC4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LibreOffice/25.8.3.2$Linux_X86_64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2025-11-18T20:32:12Z</dcterms:created>
  <dc:creator/>
  <dc:description>This work is licensed under a Creative Commons 0 License.
It makes use of the works of kka_libo_design@ashisuto.co.jp.</dc:description>
  <dc:language>en-US</dc:language>
  <cp:lastModifiedBy/>
  <dcterms:modified xsi:type="dcterms:W3CDTF">2025-11-18T20:50:14Z</dcterms:modified>
  <cp:revision>2</cp:revision>
  <dc:subject/>
  <dc:title>Blue Curve</dc:title>
</cp:coreProperties>
</file>